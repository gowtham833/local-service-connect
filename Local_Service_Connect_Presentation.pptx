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Sunil" userId="23afec3c1dcf5d1b" providerId="LiveId" clId="{07852CC1-2DCE-4F7E-BF70-3A1AED51412C}"/>
    <pc:docChg chg="modSld">
      <pc:chgData name="Sai Sunil" userId="23afec3c1dcf5d1b" providerId="LiveId" clId="{07852CC1-2DCE-4F7E-BF70-3A1AED51412C}" dt="2026-05-06T06:28:42.902" v="27" actId="20577"/>
      <pc:docMkLst>
        <pc:docMk/>
      </pc:docMkLst>
      <pc:sldChg chg="modSp mod">
        <pc:chgData name="Sai Sunil" userId="23afec3c1dcf5d1b" providerId="LiveId" clId="{07852CC1-2DCE-4F7E-BF70-3A1AED51412C}" dt="2026-05-06T06:28:42.902" v="27" actId="20577"/>
        <pc:sldMkLst>
          <pc:docMk/>
          <pc:sldMk cId="0" sldId="256"/>
        </pc:sldMkLst>
        <pc:spChg chg="mod">
          <ac:chgData name="Sai Sunil" userId="23afec3c1dcf5d1b" providerId="LiveId" clId="{07852CC1-2DCE-4F7E-BF70-3A1AED51412C}" dt="2026-05-06T06:28:42.902" v="27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4400" b="1">
                <a:solidFill>
                  <a:srgbClr val="1D3639"/>
                </a:solidFill>
                <a:latin typeface="Poppins"/>
              </a:rPr>
              <a:t>Local Service Connect</a:t>
            </a:r>
          </a:p>
          <a:p>
            <a:r>
              <a:rPr sz="2400" b="0">
                <a:solidFill>
                  <a:srgbClr val="7F7F7F"/>
                </a:solidFill>
                <a:latin typeface="Poppins"/>
              </a:rPr>
              <a:t>Serverless AI-Driven Service Marketplace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5607625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2200" b="1" dirty="0">
                <a:solidFill>
                  <a:srgbClr val="E3562B"/>
                </a:solidFill>
                <a:latin typeface="Poppins"/>
              </a:rPr>
              <a:t>Team Name: Team Local Service Connect</a:t>
            </a:r>
          </a:p>
          <a:p>
            <a:r>
              <a:rPr sz="2000" b="1" dirty="0">
                <a:solidFill>
                  <a:srgbClr val="1D3639"/>
                </a:solidFill>
                <a:latin typeface="Poppins"/>
              </a:rPr>
              <a:t>Team Members:</a:t>
            </a:r>
          </a:p>
          <a:p>
            <a:pPr lvl="1"/>
            <a:r>
              <a:rPr sz="1800" b="0" dirty="0">
                <a:solidFill>
                  <a:srgbClr val="1D3639"/>
                </a:solidFill>
                <a:latin typeface="Poppins"/>
              </a:rPr>
              <a:t>Bhavani </a:t>
            </a:r>
            <a:r>
              <a:rPr sz="1800" b="0" dirty="0" err="1">
                <a:solidFill>
                  <a:srgbClr val="1D3639"/>
                </a:solidFill>
                <a:latin typeface="Poppins"/>
              </a:rPr>
              <a:t>Gandhavalla</a:t>
            </a:r>
            <a:r>
              <a:rPr sz="1800" b="0" dirty="0">
                <a:solidFill>
                  <a:srgbClr val="1D3639"/>
                </a:solidFill>
                <a:latin typeface="Poppins"/>
              </a:rPr>
              <a:t> (Team Lead)</a:t>
            </a:r>
          </a:p>
          <a:p>
            <a:pPr lvl="1"/>
            <a:r>
              <a:rPr sz="1800" b="0" dirty="0">
                <a:solidFill>
                  <a:srgbClr val="1D3639"/>
                </a:solidFill>
                <a:latin typeface="Poppins"/>
              </a:rPr>
              <a:t>Gorle Rahul</a:t>
            </a:r>
          </a:p>
          <a:p>
            <a:pPr lvl="1"/>
            <a:r>
              <a:rPr sz="1800" b="0" dirty="0">
                <a:solidFill>
                  <a:srgbClr val="1D3639"/>
                </a:solidFill>
                <a:latin typeface="Poppins"/>
              </a:rPr>
              <a:t>Mohan Sivaram</a:t>
            </a:r>
          </a:p>
          <a:p>
            <a:pPr lvl="1"/>
            <a:r>
              <a:rPr sz="1800" b="0" dirty="0">
                <a:solidFill>
                  <a:srgbClr val="1D3639"/>
                </a:solidFill>
                <a:latin typeface="Poppins"/>
              </a:rPr>
              <a:t>Kota Gowtham </a:t>
            </a:r>
          </a:p>
          <a:p>
            <a:pPr lvl="1"/>
            <a:r>
              <a:rPr sz="1800" b="0" dirty="0">
                <a:solidFill>
                  <a:srgbClr val="1D3639"/>
                </a:solidFill>
                <a:latin typeface="Poppins"/>
              </a:rPr>
              <a:t>Yeruva Tarun</a:t>
            </a:r>
          </a:p>
          <a:p>
            <a:pPr lvl="1"/>
            <a:r>
              <a:rPr sz="1800" b="0" dirty="0" err="1">
                <a:solidFill>
                  <a:srgbClr val="1D3639"/>
                </a:solidFill>
                <a:latin typeface="Poppins"/>
              </a:rPr>
              <a:t>Jajimoggala</a:t>
            </a:r>
            <a:r>
              <a:rPr sz="1800" b="0" dirty="0">
                <a:solidFill>
                  <a:srgbClr val="1D3639"/>
                </a:solidFill>
                <a:latin typeface="Poppins"/>
              </a:rPr>
              <a:t> Sai</a:t>
            </a:r>
            <a:r>
              <a:rPr lang="en-US" sz="1800" b="0" dirty="0">
                <a:solidFill>
                  <a:srgbClr val="1D3639"/>
                </a:solidFill>
                <a:latin typeface="Poppins"/>
              </a:rPr>
              <a:t> Venkat</a:t>
            </a:r>
            <a:endParaRPr sz="1800" b="0" dirty="0">
              <a:solidFill>
                <a:srgbClr val="1D3639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600" b="1">
                <a:solidFill>
                  <a:srgbClr val="1D3639"/>
                </a:solidFill>
                <a:latin typeface="Poppins"/>
              </a:rPr>
              <a:t>Problem &amp;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2000" b="0">
                <a:solidFill>
                  <a:srgbClr val="1D3639"/>
                </a:solidFill>
                <a:latin typeface="Poppins"/>
              </a:rPr>
              <a:t>Problem: Finding reliable local services with transparent pricing is difficult and time-consuming.</a:t>
            </a:r>
          </a:p>
          <a:p>
            <a:r>
              <a:rPr sz="2000" b="0">
                <a:solidFill>
                  <a:srgbClr val="1D3639"/>
                </a:solidFill>
                <a:latin typeface="Poppins"/>
              </a:rPr>
              <a:t>Problem: There is high manual effort required to connect customers with available service workers.</a:t>
            </a:r>
          </a:p>
          <a:p>
            <a:r>
              <a:rPr sz="2000" b="0">
                <a:solidFill>
                  <a:srgbClr val="1D3639"/>
                </a:solidFill>
                <a:latin typeface="Poppins"/>
              </a:rPr>
              <a:t>Solution: Local Service Connect is a serverless cloud platform connecting customers to workers.</a:t>
            </a:r>
          </a:p>
          <a:p>
            <a:r>
              <a:rPr sz="2000" b="0">
                <a:solidFill>
                  <a:srgbClr val="1D3639"/>
                </a:solidFill>
                <a:latin typeface="Poppins"/>
              </a:rPr>
              <a:t>Solution: Integrated GenAI automates matching, price estimation, and customer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600" b="1">
                <a:solidFill>
                  <a:srgbClr val="1D3639"/>
                </a:solidFill>
                <a:latin typeface="Poppins"/>
              </a:rPr>
              <a:t>Core Features &amp;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2000" b="0">
                <a:solidFill>
                  <a:srgbClr val="1D3639"/>
                </a:solidFill>
                <a:latin typeface="Poppins"/>
              </a:rPr>
              <a:t>Features: AI-powered worker matching and real-time price estimation (INR).</a:t>
            </a:r>
          </a:p>
          <a:p>
            <a:r>
              <a:rPr sz="2000" b="0">
                <a:solidFill>
                  <a:srgbClr val="1D3639"/>
                </a:solidFill>
                <a:latin typeface="Poppins"/>
              </a:rPr>
              <a:t>Features: Automated customer support chatbot (ServiBot) and review sentiment analysis.</a:t>
            </a:r>
          </a:p>
          <a:p>
            <a:r>
              <a:rPr sz="2000" b="0">
                <a:solidFill>
                  <a:srgbClr val="1D3639"/>
                </a:solidFill>
                <a:latin typeface="Poppins"/>
              </a:rPr>
              <a:t>Workflow: Customer requests a service via the secure web portal.</a:t>
            </a:r>
          </a:p>
          <a:p>
            <a:r>
              <a:rPr sz="2000" b="0">
                <a:solidFill>
                  <a:srgbClr val="1D3639"/>
                </a:solidFill>
                <a:latin typeface="Poppins"/>
              </a:rPr>
              <a:t>Workflow: AI estimates the cost and matches the best available worker.</a:t>
            </a:r>
          </a:p>
          <a:p>
            <a:r>
              <a:rPr sz="2000" b="0">
                <a:solidFill>
                  <a:srgbClr val="1D3639"/>
                </a:solidFill>
                <a:latin typeface="Poppins"/>
              </a:rPr>
              <a:t>Workflow: Worker accepts, completes the job, and the customer provides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600" b="1">
                <a:solidFill>
                  <a:srgbClr val="1D3639"/>
                </a:solidFill>
                <a:latin typeface="Poppins"/>
              </a:rPr>
              <a:t>Technology Stack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2000" b="0">
                <a:solidFill>
                  <a:srgbClr val="1D3639"/>
                </a:solidFill>
                <a:latin typeface="Poppins"/>
              </a:rPr>
              <a:t>Frontend: HTML, CSS, JavaScript (Hosted on Amazon S3 &amp; CloudFront).</a:t>
            </a:r>
          </a:p>
          <a:p>
            <a:r>
              <a:rPr sz="2000" b="0">
                <a:solidFill>
                  <a:srgbClr val="1D3639"/>
                </a:solidFill>
                <a:latin typeface="Poppins"/>
              </a:rPr>
              <a:t>Backend: Node.js API running on AWS ECS Fargate (Serverless compute).</a:t>
            </a:r>
          </a:p>
          <a:p>
            <a:r>
              <a:rPr sz="2000" b="0">
                <a:solidFill>
                  <a:srgbClr val="1D3639"/>
                </a:solidFill>
                <a:latin typeface="Poppins"/>
              </a:rPr>
              <a:t>Database: Relational data management using Amazon RDS (PostgreSQL).</a:t>
            </a:r>
          </a:p>
          <a:p>
            <a:r>
              <a:rPr sz="2000" b="0">
                <a:solidFill>
                  <a:srgbClr val="1D3639"/>
                </a:solidFill>
                <a:latin typeface="Poppins"/>
              </a:rPr>
              <a:t>Cloud &amp; AI: VPC, Application Load Balancer, Amazon Bedrock (Claude 3), Comprehend.</a:t>
            </a:r>
          </a:p>
          <a:p>
            <a:r>
              <a:rPr sz="2000" b="0">
                <a:solidFill>
                  <a:srgbClr val="1D3639"/>
                </a:solidFill>
                <a:latin typeface="Poppins"/>
              </a:rPr>
              <a:t>Infrastructure: Infrastructure as Code (IaC) using Terraform.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3600" b="1">
                <a:solidFill>
                  <a:srgbClr val="1D3639"/>
                </a:solidFill>
                <a:latin typeface="Poppins"/>
              </a:rPr>
              <a:t>Team Learnings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2000" b="0">
                <a:solidFill>
                  <a:srgbClr val="1D3639"/>
                </a:solidFill>
                <a:latin typeface="Poppins"/>
              </a:rPr>
              <a:t>Team Intro: A 6-member team specializing across Cloud Infra, Backend, Frontend, AI/ML, DB, and Security.</a:t>
            </a:r>
          </a:p>
          <a:p>
            <a:r>
              <a:rPr sz="2000" b="0">
                <a:solidFill>
                  <a:srgbClr val="1D3639"/>
                </a:solidFill>
                <a:latin typeface="Poppins"/>
              </a:rPr>
              <a:t>Learnings: Successfully designed and deployed a highly available serverless AWS architecture.</a:t>
            </a:r>
          </a:p>
          <a:p>
            <a:r>
              <a:rPr sz="2000" b="0">
                <a:solidFill>
                  <a:srgbClr val="1D3639"/>
                </a:solidFill>
                <a:latin typeface="Poppins"/>
              </a:rPr>
              <a:t>Learnings: Integrated advanced Generative AI models to solve real-world marketplace challenges.</a:t>
            </a:r>
          </a:p>
          <a:p>
            <a:r>
              <a:rPr sz="2000" b="0">
                <a:solidFill>
                  <a:srgbClr val="1D3639"/>
                </a:solidFill>
                <a:latin typeface="Poppins"/>
              </a:rPr>
              <a:t>Learnings: Collaborated effectively using Git workflows and automated Terraform deployments.</a:t>
            </a:r>
          </a:p>
          <a:p>
            <a:r>
              <a:rPr sz="2000" b="0">
                <a:solidFill>
                  <a:srgbClr val="1D3639"/>
                </a:solidFill>
                <a:latin typeface="Poppins"/>
              </a:rPr>
              <a:t>Thank You! Questions and Feedback?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314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Sunil</cp:lastModifiedBy>
  <cp:revision>1</cp:revision>
  <dcterms:created xsi:type="dcterms:W3CDTF">2013-01-27T09:14:16Z</dcterms:created>
  <dcterms:modified xsi:type="dcterms:W3CDTF">2026-05-06T06:28:49Z</dcterms:modified>
  <cp:category/>
</cp:coreProperties>
</file>